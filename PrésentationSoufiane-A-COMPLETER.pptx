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2601cdab40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2601cdab40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0c4033f8d1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0c4033f8d1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20c4033f8d1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20c4033f8d1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0c4033f8d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0c4033f8d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1cd7bb48e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1cd7bb48e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0c4033f8d1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0c4033f8d1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8b606cc07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18b606cc07_1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c2bf8da8b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c2bf8da8be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2c2bf8da8be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2c2bf8da8be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392800" y="1537500"/>
            <a:ext cx="42222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PRÉSENTATION</a:t>
            </a:r>
            <a:br>
              <a:rPr lang="fr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fr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31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Menu Maker by Qwenta</a:t>
            </a:r>
            <a:endParaRPr sz="31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15175" y="118275"/>
            <a:ext cx="23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Aroul Madane</a:t>
            </a:r>
            <a:br>
              <a:rPr lang="fr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500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Date </a:t>
            </a:r>
            <a:endParaRPr sz="1500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0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Sommaire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36550" algn="l" rtl="0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Aperçu de la maquette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Méthodologie utilisée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Tableau Kanban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Conclusion 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365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700"/>
              <a:buFont typeface="Montserrat"/>
              <a:buAutoNum type="arabicPeriod"/>
            </a:pPr>
            <a:r>
              <a:rPr lang="fr" sz="17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Questions</a:t>
            </a:r>
            <a:endParaRPr sz="17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469525" y="355218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 dirty="0">
                <a:latin typeface="Montserrat"/>
                <a:ea typeface="Montserrat"/>
                <a:cs typeface="Montserrat"/>
                <a:sym typeface="Montserrat"/>
              </a:rPr>
              <a:t>Contexte du Projet</a:t>
            </a:r>
            <a:endParaRPr sz="34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53875" y="927918"/>
            <a:ext cx="8320500" cy="4323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fr-FR" sz="1500" i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Qwenta</a:t>
            </a:r>
            <a:r>
              <a:rPr lang="fr-FR" sz="15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est un client de l’agence </a:t>
            </a:r>
            <a:r>
              <a:rPr lang="fr-FR" sz="1500" i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Webgencia</a:t>
            </a:r>
            <a:r>
              <a:rPr lang="fr-FR" sz="15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qui souhaite développer un outil appelé Menu </a:t>
            </a:r>
            <a:r>
              <a:rPr lang="fr-FR" sz="1500" i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Maker.Ce</a:t>
            </a:r>
            <a:r>
              <a:rPr lang="fr-FR" sz="15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site a pour objectif de permettre aux restaurateurs de créer, gérer et mettre en forme leurs menus facilement, sans compétences techniques </a:t>
            </a:r>
            <a:r>
              <a:rPr lang="fr-FR" sz="1500" i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particulières.Le</a:t>
            </a:r>
            <a:r>
              <a:rPr lang="fr-FR" sz="15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projet s’inscrit dans une logique de digitalisation des restaurants, en leur offrant une solution simple, rapide et moderne pour présenter leurs menus en ligne.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endParaRPr lang="fr-FR" sz="1500" i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1333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r>
              <a:rPr lang="fr-FR" sz="18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Objectifs : 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endParaRPr lang="fr-FR" sz="1500" i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fr-FR" sz="15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Offrir une interface claire, intuitive et responsive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fr-FR" sz="15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Possibilité d’exporter les menus en PDF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r>
              <a:rPr lang="fr-FR" sz="1500" i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Préparer une architecture technique scalable et sécurisée</a:t>
            </a:r>
          </a:p>
          <a:p>
            <a:pPr marL="13335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</a:pPr>
            <a:endParaRPr lang="fr-FR" sz="1500" i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Montserrat"/>
              <a:buChar char="●"/>
            </a:pPr>
            <a:endParaRPr sz="1500" i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0" name="Google Shape;70;p15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43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fr" sz="2020">
                <a:latin typeface="Montserrat"/>
                <a:ea typeface="Montserrat"/>
                <a:cs typeface="Montserrat"/>
                <a:sym typeface="Montserrat"/>
              </a:rPr>
              <a:t>Aperçu de la maquette</a:t>
            </a:r>
            <a:endParaRPr sz="202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990"/>
              <a:buNone/>
            </a:pPr>
            <a:endParaRPr sz="182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 i="1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Capture(s) d'écran de la maquette.</a:t>
            </a:r>
            <a:endParaRPr sz="1500" i="1" dirty="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 i="1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Démonstration des fonctionnalités clés</a:t>
            </a:r>
            <a:endParaRPr sz="1500" i="1" dirty="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-FR" sz="3000" dirty="0">
                <a:latin typeface="Montserrat"/>
                <a:ea typeface="Montserrat"/>
                <a:cs typeface="Montserrat"/>
                <a:sym typeface="Montserrat"/>
              </a:rPr>
              <a:t>Méthodologie utilisée : Agile </a:t>
            </a:r>
            <a:endParaRPr sz="30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5" name="Google Shape;8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 b="1" dirty="0">
                <a:latin typeface="Montserrat"/>
                <a:ea typeface="Montserrat"/>
                <a:cs typeface="Montserrat"/>
                <a:sym typeface="Montserrat"/>
              </a:rPr>
              <a:t>Présentation de la méthodologie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Le projet Menu Maker by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Qwenta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est organisé selon une méthodologie Agile, et plus précisément le cadre Scrum.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Cette approche repose sur un développement qui permet d’adapter le produit en continu selon les besoins et les retours.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Le travail est découpé en sprints, chacun livrant une partie fonctionnelle du produit.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Organisation en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sprintsDurée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d’un sprint : 1 à 2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semainesContenu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un ensemble de fonctionnalités priorisées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Objectifs : livrer des fonctionnalités exploitables et valider les contraintes techniques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Chaque sprint comprend : planification (choix des tâches du Kanban)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- Rôles du projet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Product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Owner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définit les priorités fonctionnelles (Soufiane)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Dev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Front-end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interface utilisateur, expérience et intégration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Dev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Back-end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API, base de données et logique serveur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fr-FR"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600" b="1" dirty="0">
                <a:latin typeface="Montserrat"/>
                <a:ea typeface="Montserrat"/>
                <a:cs typeface="Montserrat"/>
                <a:sym typeface="Montserrat"/>
              </a:rPr>
              <a:t>- Avantages de l’approche Agile pour Menu </a:t>
            </a:r>
            <a:r>
              <a:rPr lang="fr-FR" sz="2600" b="1" dirty="0" err="1">
                <a:latin typeface="Montserrat"/>
                <a:ea typeface="Montserrat"/>
                <a:cs typeface="Montserrat"/>
                <a:sym typeface="Montserrat"/>
              </a:rPr>
              <a:t>MakerFlexibilité</a:t>
            </a:r>
            <a:r>
              <a:rPr lang="fr-FR" sz="2600" b="1" dirty="0">
                <a:latin typeface="Montserrat"/>
                <a:ea typeface="Montserrat"/>
                <a:cs typeface="Montserrat"/>
                <a:sym typeface="Montserrat"/>
              </a:rPr>
              <a:t>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adaptation facile aux changements des besoins du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clientVisibilité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suivi clair de l’avancement via le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KanbanQualité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: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tests et validations intégrés à chaque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sprintRéduction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des risques : les choix techniques sont validés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progressivemen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tCollaboration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efficace entre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front-end</a:t>
            </a:r>
            <a:r>
              <a:rPr lang="fr-FR" dirty="0">
                <a:latin typeface="Montserrat"/>
                <a:ea typeface="Montserrat"/>
                <a:cs typeface="Montserrat"/>
                <a:sym typeface="Montserrat"/>
              </a:rPr>
              <a:t> et </a:t>
            </a:r>
            <a:r>
              <a:rPr lang="fr-FR" dirty="0" err="1">
                <a:latin typeface="Montserrat"/>
                <a:ea typeface="Montserrat"/>
                <a:cs typeface="Montserrat"/>
                <a:sym typeface="Montserrat"/>
              </a:rPr>
              <a:t>back-end</a:t>
            </a: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Suivi du projet avec le Kanban</a:t>
            </a:r>
            <a:endParaRPr sz="3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434775" y="1085525"/>
            <a:ext cx="8320500" cy="182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Capture(s) d'écran du tableau Kanban.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Explication des User Stories (US), tâches attribuées, etc.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Explication de comment le tableau facilite le suivi et la coordination de l'équipe.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">
                <a:latin typeface="Montserrat"/>
                <a:ea typeface="Montserrat"/>
                <a:cs typeface="Montserrat"/>
                <a:sym typeface="Montserrat"/>
              </a:rPr>
              <a:t>Ne pas oublier </a:t>
            </a:r>
            <a:r>
              <a:rPr lang="fr" sz="1500">
                <a:solidFill>
                  <a:srgbClr val="0D0D0D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la mise en public du lien du tableau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800">
                <a:latin typeface="Montserrat"/>
                <a:ea typeface="Montserrat"/>
                <a:cs typeface="Montserrat"/>
                <a:sym typeface="Montserrat"/>
              </a:rPr>
              <a:t>Spécifications techniques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04" name="Google Shape;104;p19"/>
          <p:cNvSpPr txBox="1"/>
          <p:nvPr/>
        </p:nvSpPr>
        <p:spPr>
          <a:xfrm>
            <a:off x="434775" y="1085525"/>
            <a:ext cx="8320500" cy="215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Liste des principales spécifications techniques.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Choix d'une spécification technique clé à vulgariser.</a:t>
            </a:r>
            <a:b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</a:b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-&gt; Présentation de cette spécification via un schéma explicatif, un diagramme ou un dessin.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9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Veille Technologique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14" name="Google Shape;114;p20"/>
          <p:cNvSpPr txBox="1"/>
          <p:nvPr/>
        </p:nvSpPr>
        <p:spPr>
          <a:xfrm>
            <a:off x="434775" y="1085525"/>
            <a:ext cx="8320500" cy="249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Captures d’écran de la veille (max 5)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Méthode de classification des sources d'information.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Exemple et explication du choix d’une source pour chacun des 2 axes de veille 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500"/>
              <a:buFont typeface="Montserrat"/>
              <a:buChar char="●"/>
            </a:pPr>
            <a:r>
              <a:rPr lang="fr" sz="150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Explication de la contribution de la veille à l'élaboration des spécifications techniques.</a:t>
            </a:r>
            <a:endParaRPr sz="150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i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20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6" name="Google Shape;11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2000">
                <a:latin typeface="Montserrat"/>
                <a:ea typeface="Montserrat"/>
                <a:cs typeface="Montserrat"/>
                <a:sym typeface="Montserrat"/>
              </a:rPr>
              <a:t>Conclusion</a:t>
            </a:r>
            <a:endParaRPr sz="20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21"/>
          <p:cNvSpPr txBox="1"/>
          <p:nvPr/>
        </p:nvSpPr>
        <p:spPr>
          <a:xfrm>
            <a:off x="0" y="0"/>
            <a:ext cx="49116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0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Présentation de l’usage du no-code</a:t>
            </a:r>
            <a:endParaRPr sz="1000"/>
          </a:p>
        </p:txBody>
      </p:sp>
      <p:sp>
        <p:nvSpPr>
          <p:cNvPr id="124" name="Google Shape;124;p21"/>
          <p:cNvSpPr txBox="1"/>
          <p:nvPr/>
        </p:nvSpPr>
        <p:spPr>
          <a:xfrm>
            <a:off x="434775" y="1085525"/>
            <a:ext cx="8320500" cy="10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Font typeface="Montserrat"/>
              <a:buChar char="●"/>
            </a:pPr>
            <a:r>
              <a:rPr lang="fr" sz="1500" dirty="0">
                <a:solidFill>
                  <a:srgbClr val="0D0D0D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Résumé des points clés de la présentation</a:t>
            </a:r>
            <a:endParaRPr sz="1800" dirty="0">
              <a:solidFill>
                <a:srgbClr val="0D0D0D"/>
              </a:solidFill>
              <a:highlight>
                <a:srgbClr val="FFFFFF"/>
              </a:highlight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i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" name="Google Shape;125;p21"/>
          <p:cNvSpPr/>
          <p:nvPr/>
        </p:nvSpPr>
        <p:spPr>
          <a:xfrm>
            <a:off x="-4800" y="0"/>
            <a:ext cx="9153600" cy="2397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rgbClr val="F7EDD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E5CD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2"/>
          <p:cNvSpPr txBox="1"/>
          <p:nvPr/>
        </p:nvSpPr>
        <p:spPr>
          <a:xfrm>
            <a:off x="2411475" y="2125800"/>
            <a:ext cx="4222200" cy="8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QUESTIONS ?</a:t>
            </a:r>
            <a:endParaRPr sz="3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2" name="Google Shape;132;p22"/>
          <p:cNvSpPr txBox="1"/>
          <p:nvPr/>
        </p:nvSpPr>
        <p:spPr>
          <a:xfrm>
            <a:off x="115175" y="118275"/>
            <a:ext cx="23847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3" name="Google Shape;13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69575" y="-4"/>
            <a:ext cx="674425" cy="34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484</Words>
  <Application>Microsoft Office PowerPoint</Application>
  <PresentationFormat>Affichage à l'écran (16:9)</PresentationFormat>
  <Paragraphs>64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3" baseType="lpstr">
      <vt:lpstr>Arial</vt:lpstr>
      <vt:lpstr>Montserrat</vt:lpstr>
      <vt:lpstr>Simple Light</vt:lpstr>
      <vt:lpstr>Présentation PowerPoint</vt:lpstr>
      <vt:lpstr>Sommaire</vt:lpstr>
      <vt:lpstr>Contexte du Projet</vt:lpstr>
      <vt:lpstr>Aperçu de la maquette </vt:lpstr>
      <vt:lpstr>Méthodologie utilisée : Agile </vt:lpstr>
      <vt:lpstr>Suivi du projet avec le Kanban</vt:lpstr>
      <vt:lpstr>Spécifications techniques</vt:lpstr>
      <vt:lpstr>Veille Technologique</vt:lpstr>
      <vt:lpstr>Conclusion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Madane AROUL</cp:lastModifiedBy>
  <cp:revision>4</cp:revision>
  <dcterms:modified xsi:type="dcterms:W3CDTF">2026-01-17T22:07:45Z</dcterms:modified>
</cp:coreProperties>
</file>